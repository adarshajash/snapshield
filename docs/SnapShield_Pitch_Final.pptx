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SnapShield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Private multimodal security for the AI PC 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Local AI. Explainable decisions. Snapdragon-first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See it. Analyze it. Protect it — privately.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The security surface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Attacks are no longer one-dimensional.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SMS / email /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Fake login pages and screenshots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Suspicious URLs and QR codes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8114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Documents and attachments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One decision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Different inputs. One explainable security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Perception → evidence → risk fusion →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The user gets reasons, not just a scary score.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Designed to keep sensitive content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Real AI, not a scripted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The working build uses a pretrained phishing transformer locally.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Transformer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URL structural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Urgency / credential / action-pressure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8114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Evidence-weighted risk 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No cloud AI API required for text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Why Snapdragon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The hardware is part of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CPU: orchestration and system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GPU: visual workloads where useful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Hexagon NPU: supported AI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8114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ONNX / QNN / Qualcomm AI runtime deployment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Measure NPU latency, memory and utilization on eligible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Built around what Qualcomm winners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The strongest edge-AI projects make the hardware materially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Real-time, on-device inference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Privacy-sensitive workloads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Heterogeneous CPU / GPU / NPU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8114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AI Hub models to shorten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Measured performance instead of borrowed numbers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Deployment &amp;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From prototype to reproducible edge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Windows application with modular inference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AI Hub / QNN compilation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NPU execution verification to avoid CPU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8114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Benchmark: latency · memory · utilization · load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The product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Security becomes an AI-PC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Private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Fast local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22776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Explainable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81144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Multimodal by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395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Designed for Snapdragon-powered HP PCs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AA9FF"/>
                </a:solidFill>
              </a:defRPr>
            </a:pPr>
            <a:r>
              <a:t>SNAPSHIELD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4F7FB"/>
                </a:solidFill>
              </a:defRPr>
            </a:pPr>
            <a:r>
              <a:t>SnapShield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919DB1"/>
                </a:solidFill>
              </a:defRPr>
            </a:pPr>
            <a:r>
              <a:t>See it. Analyze it. Protect it — privately.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The cloud doesn't need to see your secrets to help protect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64408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7FB"/>
                </a:solidFill>
              </a:defRPr>
            </a:pPr>
            <a:r>
              <a:t>• GitHub: github.com/AdarshaJash/snapshield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